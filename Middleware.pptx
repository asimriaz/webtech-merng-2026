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1E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134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A7458-7420-F5F8-BE60-9E275C73DE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8A674D-A12C-D236-FF26-2FCEB51F17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CADDD1-EC3A-857F-4F33-5939D4854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853E0-09C3-4684-9E7B-256874621812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B4145-7621-F74E-E5E1-C4893EEBC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14CE4C-8B54-E58D-E227-FAF82FFD0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50F31-FA27-471A-9F27-06085C1528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280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75960-3613-9447-7963-9D1595E17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95EFA0-FB65-D518-5C15-C041820A3D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EF03CC-5E29-26A9-30A8-80D6CD6E6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853E0-09C3-4684-9E7B-256874621812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FDEF2B-E9EC-606A-6D4A-7E60E1EFE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D26D65-0E47-50FC-B64D-C16B98B9B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50F31-FA27-471A-9F27-06085C1528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630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69186-EF02-C2E6-053E-D600F8320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B65104-9E34-DCAD-B303-B94AAF05E7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BBD715-D546-E93F-56F4-2959C10F8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853E0-09C3-4684-9E7B-256874621812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94FB19-34F4-D191-B155-5B4882E6D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C693F3-E94C-9950-B2E1-07FC1902D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50F31-FA27-471A-9F27-06085C1528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238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BE3BA-EC97-7D52-37B7-B6CA6D1F7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4F27DD-6915-6FF2-DF9B-732208D02C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F7C705-0BA8-0434-761A-476F4A452A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1BB873-C0BC-57C5-1C44-639544987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853E0-09C3-4684-9E7B-256874621812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025A1B-CC29-F19D-FBDA-33BA57AE9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ED1410-930D-E478-A1CA-8C009B4A3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50F31-FA27-471A-9F27-06085C1528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2574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6DE1C-C76D-9438-DE79-4F8011CA2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7E7D4E-F292-69EE-B4FC-56429258BA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79CFE9-32BD-1317-D4F6-BB343E2ABF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50AB29-19DE-2F07-5476-CA3B278F13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3918D4-7A05-753D-A064-CBC82120C8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020DC0-37A4-E9C3-F152-BEF242870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853E0-09C3-4684-9E7B-256874621812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7E42D9-1F7D-BA9C-DE93-C822ADFA3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6A86E3-65CC-713E-DFA8-54C80FDB8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50F31-FA27-471A-9F27-06085C1528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0296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3B47F-9D86-4874-5D63-0C0FF18AB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9A8E53-BE85-5759-BA58-EFBACAB13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853E0-09C3-4684-9E7B-256874621812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8F5D53-4707-5232-164B-495034243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AD1C4E-0166-C29E-F7A4-32A78507B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50F31-FA27-471A-9F27-06085C1528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293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628EDE-DB3C-C1CA-99B6-65A8A4635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853E0-09C3-4684-9E7B-256874621812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4F1BC7-64DC-D662-863A-F54879185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AB1940-CBA9-B563-F586-167D24575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50F31-FA27-471A-9F27-06085C1528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511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D7590-7781-0E4D-EBA8-2CA50C618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935167-121D-EFC8-20B2-384A5237E7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98BF9F-39AC-B083-62B7-2209502ACF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B100BC-46C8-0E10-961E-4CFF51096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853E0-09C3-4684-9E7B-256874621812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BA3EB2-CF73-D5C3-C9DC-F4B45D75A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BAE48C-C184-2689-E140-B606F8960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50F31-FA27-471A-9F27-06085C1528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8917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0DF85-EB25-3A54-A953-C0C80307A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657D48-6634-3458-AA3D-5C791D7591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FAA5A7-0C37-6C1F-548D-1AA7D137D4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91A8EA-397E-9892-8F0B-4414EAF49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853E0-09C3-4684-9E7B-256874621812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19D6CA-109A-0DE7-9E30-C6CFDBDD9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5A060E-0828-A3F6-7AD0-A50E8AA1D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50F31-FA27-471A-9F27-06085C1528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038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9E1C0-EE71-467F-76AA-2A93E3E31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9CB5AD-7B68-A120-0027-82E80ACB5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92A38E-FBB3-3027-D7FA-DE18161C1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853E0-09C3-4684-9E7B-256874621812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BE8BB4-FD5A-770B-18A0-D620B66DE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3F481B-EF72-0B7E-5EC4-F1459D860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50F31-FA27-471A-9F27-06085C1528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948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E95021-4FA6-2481-2965-B9C98553B2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BE354F-B257-2CFD-9B72-8BDC04BA6E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1B48C0-8C92-D5C4-30DB-549131718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853E0-09C3-4684-9E7B-256874621812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C9B6D3-E475-03B8-0CB3-52678BCDC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76BC07-C136-2208-F905-AE8BB44D8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50F31-FA27-471A-9F27-06085C1528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351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587EC4-C0FD-5B13-CEB8-4BED28051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E5286D-9E39-0076-07A0-B27A4C8517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B1C115-A894-4C2B-12EE-5F3D2FDC70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B853E0-09C3-4684-9E7B-256874621812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557047-AD52-001B-5337-202F3CB11F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DBD36A-9B99-6F3C-4C6F-9F97D5EE35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150F31-FA27-471A-9F27-06085C1528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422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298ABCE-01EE-A323-FBF2-84853DE884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4936" y="2482016"/>
            <a:ext cx="1653646" cy="18939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B3C8D1B-9604-7C41-DEC7-1D8020B206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121" y="2482017"/>
            <a:ext cx="2498268" cy="189396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DA9AC40-66DF-484F-FB5D-CDBD784F14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2441" y="641458"/>
            <a:ext cx="8907118" cy="86689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9CA9E58-B1CB-5E64-CEFD-6BBF845CB2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2441" y="5111084"/>
            <a:ext cx="8888065" cy="130510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72157C7-3536-F628-D7CD-B3E4B9EF80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38363" y="1404453"/>
            <a:ext cx="3029373" cy="381053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4A98D08-75D3-1FAC-440B-0F68343C3E6D}"/>
              </a:ext>
            </a:extLst>
          </p:cNvPr>
          <p:cNvSpPr txBox="1"/>
          <p:nvPr/>
        </p:nvSpPr>
        <p:spPr>
          <a:xfrm>
            <a:off x="7201442" y="1810519"/>
            <a:ext cx="1396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2">
                    <a:lumMod val="7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app</a:t>
            </a:r>
            <a:r>
              <a:rPr lang="en-GB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.</a:t>
            </a:r>
            <a:r>
              <a:rPr lang="en-GB" dirty="0">
                <a:solidFill>
                  <a:srgbClr val="00B0F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use</a:t>
            </a:r>
            <a:r>
              <a:rPr lang="en-GB" dirty="0">
                <a:solidFill>
                  <a:srgbClr val="FFC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</a:t>
            </a:r>
            <a:endParaRPr lang="en-US" dirty="0">
              <a:solidFill>
                <a:srgbClr val="FFC000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62FEA1E-98F0-506C-D707-95E3592E2984}"/>
              </a:ext>
            </a:extLst>
          </p:cNvPr>
          <p:cNvSpPr txBox="1"/>
          <p:nvPr/>
        </p:nvSpPr>
        <p:spPr>
          <a:xfrm>
            <a:off x="7201442" y="2297350"/>
            <a:ext cx="1396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2">
                    <a:lumMod val="7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app</a:t>
            </a:r>
            <a:r>
              <a:rPr lang="en-GB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.</a:t>
            </a:r>
            <a:r>
              <a:rPr lang="en-GB" dirty="0">
                <a:solidFill>
                  <a:srgbClr val="00B0F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use</a:t>
            </a:r>
            <a:r>
              <a:rPr lang="en-GB" dirty="0">
                <a:solidFill>
                  <a:srgbClr val="FFC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</a:t>
            </a:r>
            <a:endParaRPr lang="en-US" dirty="0">
              <a:solidFill>
                <a:srgbClr val="FFC000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0276370-CF55-B53D-61F4-41418015D2A6}"/>
              </a:ext>
            </a:extLst>
          </p:cNvPr>
          <p:cNvSpPr txBox="1"/>
          <p:nvPr/>
        </p:nvSpPr>
        <p:spPr>
          <a:xfrm>
            <a:off x="7191653" y="2788931"/>
            <a:ext cx="1396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2">
                    <a:lumMod val="7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app</a:t>
            </a:r>
            <a:r>
              <a:rPr lang="en-GB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.</a:t>
            </a:r>
            <a:r>
              <a:rPr lang="en-GB" dirty="0">
                <a:solidFill>
                  <a:srgbClr val="00B0F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use</a:t>
            </a:r>
            <a:r>
              <a:rPr lang="en-GB" dirty="0">
                <a:solidFill>
                  <a:srgbClr val="FFC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</a:t>
            </a:r>
            <a:endParaRPr lang="en-US" dirty="0">
              <a:solidFill>
                <a:srgbClr val="FFC000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41C5B37-17D0-1595-4D95-09834922C32D}"/>
              </a:ext>
            </a:extLst>
          </p:cNvPr>
          <p:cNvSpPr txBox="1"/>
          <p:nvPr/>
        </p:nvSpPr>
        <p:spPr>
          <a:xfrm>
            <a:off x="7191653" y="3524031"/>
            <a:ext cx="2473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2">
                    <a:lumMod val="7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app</a:t>
            </a:r>
            <a:r>
              <a:rPr lang="en-GB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.</a:t>
            </a:r>
            <a:r>
              <a:rPr lang="en-GB" dirty="0">
                <a:solidFill>
                  <a:srgbClr val="00B0F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get</a:t>
            </a:r>
            <a:r>
              <a:rPr lang="en-GB" dirty="0">
                <a:solidFill>
                  <a:srgbClr val="FFC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(“/posts”)</a:t>
            </a:r>
            <a:endParaRPr lang="en-US" dirty="0">
              <a:solidFill>
                <a:srgbClr val="FFC000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BEA8459-72A8-066D-3819-52058833092E}"/>
              </a:ext>
            </a:extLst>
          </p:cNvPr>
          <p:cNvSpPr txBox="1"/>
          <p:nvPr/>
        </p:nvSpPr>
        <p:spPr>
          <a:xfrm>
            <a:off x="7201442" y="4254174"/>
            <a:ext cx="1396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2">
                    <a:lumMod val="7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app</a:t>
            </a:r>
            <a:r>
              <a:rPr lang="en-GB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.</a:t>
            </a:r>
            <a:r>
              <a:rPr lang="en-GB" dirty="0">
                <a:solidFill>
                  <a:srgbClr val="00B0F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use</a:t>
            </a:r>
            <a:r>
              <a:rPr lang="en-GB" dirty="0">
                <a:solidFill>
                  <a:srgbClr val="FFC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</a:t>
            </a:r>
            <a:endParaRPr lang="en-US" dirty="0">
              <a:solidFill>
                <a:srgbClr val="FFC000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0660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9" grpId="0"/>
      <p:bldP spid="20" grpId="0"/>
      <p:bldP spid="21" grpId="0"/>
      <p:bldP spid="2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22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Cascadia Code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Asim Riaz</dc:creator>
  <cp:lastModifiedBy>Asim Riaz</cp:lastModifiedBy>
  <cp:revision>1</cp:revision>
  <dcterms:created xsi:type="dcterms:W3CDTF">2026-03-06T02:39:40Z</dcterms:created>
  <dcterms:modified xsi:type="dcterms:W3CDTF">2026-03-06T04:32:28Z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2026-03-06T02:54:17Z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fc7ad655-52fa-4a69-a932-c8ceb64c9348</vt:lpwstr>
  </property>
  <property fmtid="{D5CDD505-2E9C-101B-9397-08002B2CF9AE}" pid="7" name="MSIP_Label_defa4170-0d19-0005-0004-bc88714345d2_ActionId">
    <vt:lpwstr>84cf2b26-64fe-4262-962c-ef9c162aafd4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